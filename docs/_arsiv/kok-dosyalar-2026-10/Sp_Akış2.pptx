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673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67E5B-0154-4703-8D25-6E537EC07C5D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59B5B-84C4-4F80-94B7-316FB89330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372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571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020251-50E0-9DD9-E4F5-CB275ED2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AD9D669-0850-3F7B-20C1-ED61B21A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791D136-B64A-5230-8DFC-BBEFD24F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A342DA-7FBF-4906-7286-8F31A018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E94C58-EB2C-B741-8CB9-5FAED59C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66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933F23-3E1E-50C8-7D5D-7065ADF7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405ADE-256C-41B2-5837-8BD34A274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6843EB-B16E-833D-7C2B-DD5F4244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1E71458-D676-01A9-50F6-FAAD7167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809769-9A22-D09E-E7F3-E208FB30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740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8A2053-3349-F32C-B1F1-9BF6B69E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3247F4F-F4FD-0F2F-FB8B-A6CF463C1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704991C-9504-5BCD-9941-02336B5F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7D957AE-6955-B12E-E1F7-92CF523F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48E1ED-41D6-39FB-4EBF-3F84D509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232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93B826-0644-34D3-A455-9ECC213C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5C11B8-785F-9B59-BCDF-3817263F1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EDB37FB-5B6D-C2CF-985E-621F16218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22D751C-F4C3-2E8C-AF2C-596C20C5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40735F1-CFFA-585E-2AF6-0B373B78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4470B07-2957-AF57-7D10-9A856CC1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599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818D13-D37A-10BE-0C97-CAA726D28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7FDF17C-5DDE-D719-3F13-BA1E5370A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16EAEB4-8585-3985-2440-D73A15E26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FAB7361-A2F3-4C0F-64DD-EFCFE6E5C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2A9F71B-209A-BCA6-60F5-18F844553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1D25246-33C9-5568-0FBB-EF9E568C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675B57C-B3D1-F68E-0E79-2DCCA58B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9201CD4-7B82-FDB0-A0F8-79A121A8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17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F7BF31-F32E-AEE1-9822-15D59F8A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31D8D65-AE5F-ED0C-C0A5-7F5BBA32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1A58CBA-4977-0E79-EC7D-F16567A5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444F08B-F5E4-E750-29CC-38335FDA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1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F423BCB-1CB1-5284-6E92-611E4CBA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4B544D3-6586-A823-6246-EA6B26BD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AD0D75C-757A-BB84-6C95-A8EE3D89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656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D4CD50-0733-0768-7FA3-0A01CEA3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CD6104-1E31-D361-F88A-9B4870CAA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A7549D7-7424-D2B1-04B9-5A3812AD1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598BFE9-C03C-2B76-F5D0-7E652609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C05924-690F-2824-8022-3D6462A4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F62E4F-8C19-030B-B592-A935D23B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721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DDBFC6-AA7E-B517-DC86-2D8305CD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598DF65-DC53-B4B6-CCCE-F449E3506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6D7CA03-DF6E-A43D-CF49-15D7467D1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F2EAF10-CB79-6097-90B4-7DDD90CB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C348A00-8841-2D5E-BEB4-48F51F39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8BAEBA-4B06-EA44-C753-9A59530E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318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D4AC01-B17F-7D6B-8555-A6EC97B9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2EF8377-D8D1-F566-8795-88B664CB3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05074D-5A75-0454-A555-83ABDA9F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7E7CF9-49C5-26F0-4287-ACE34AB4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CDCC49-0017-685E-FEA9-7008E8FE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622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550845D-A5F9-8BCF-F821-4A94D535D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92D1560-A6ED-D354-54AB-CC1E8F29D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F222D3-2412-06F2-5F1D-267FAEBB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E64979-B771-DBB7-93A5-7DEDCB5C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A1A731E-10C7-C03F-7B47-4CEED87B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1805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5_Divider_Slide_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13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9297887-2B58-00C8-0AD0-A87A9EB1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F058BDF-755A-2986-2375-8366C564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C96A17F-2109-0E47-1E60-6DFD44122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806A8-46BF-4D67-8ED8-DC649D665C8F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62AE94-1C35-9133-1F08-0BC028946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DDD6051-EC8D-573F-1EF3-C639A96C8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821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3">
            <a:extLst>
              <a:ext uri="{FF2B5EF4-FFF2-40B4-BE49-F238E27FC236}">
                <a16:creationId xmlns:a16="http://schemas.microsoft.com/office/drawing/2014/main" id="{5D7BF4D6-F62D-E58C-2728-706CEA13EDDA}"/>
              </a:ext>
            </a:extLst>
          </p:cNvPr>
          <p:cNvSpPr txBox="1">
            <a:spLocks/>
          </p:cNvSpPr>
          <p:nvPr/>
        </p:nvSpPr>
        <p:spPr>
          <a:xfrm>
            <a:off x="177005" y="552797"/>
            <a:ext cx="4322910" cy="74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100" kern="10" cap="all" spc="150" dirty="0">
                <a:ln w="11430"/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n-ea"/>
                <a:cs typeface="Calibri" pitchFamily="34" charset="0"/>
              </a:rPr>
              <a:t>STRATEJİK PLANLAMA</a:t>
            </a:r>
          </a:p>
        </p:txBody>
      </p:sp>
      <p:sp>
        <p:nvSpPr>
          <p:cNvPr id="4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F1996A24-6D84-D936-155C-90348A9B63B9}"/>
              </a:ext>
            </a:extLst>
          </p:cNvPr>
          <p:cNvSpPr txBox="1">
            <a:spLocks noChangeArrowheads="1"/>
          </p:cNvSpPr>
          <p:nvPr/>
        </p:nvSpPr>
        <p:spPr>
          <a:xfrm>
            <a:off x="7407556" y="345176"/>
            <a:ext cx="2080694" cy="415241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AMAÇ </a:t>
            </a:r>
            <a:r>
              <a:rPr lang="tr-TR" sz="20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Purpose</a:t>
            </a:r>
            <a:endParaRPr lang="tr-TR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4E7088A4-9C4B-05A3-FA9E-3A5D5DC009A2}"/>
              </a:ext>
            </a:extLst>
          </p:cNvPr>
          <p:cNvSpPr txBox="1">
            <a:spLocks noChangeArrowheads="1"/>
          </p:cNvSpPr>
          <p:nvPr/>
        </p:nvSpPr>
        <p:spPr>
          <a:xfrm>
            <a:off x="7407556" y="979296"/>
            <a:ext cx="2080694" cy="415241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20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Vizyon </a:t>
            </a:r>
            <a:r>
              <a:rPr lang="tr-TR" sz="18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Vision</a:t>
            </a:r>
            <a:endParaRPr lang="tr-TR" sz="20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A1B34FA1-915B-2143-318A-365C092A80D0}"/>
              </a:ext>
            </a:extLst>
          </p:cNvPr>
          <p:cNvCxnSpPr>
            <a:cxnSpLocks/>
          </p:cNvCxnSpPr>
          <p:nvPr/>
        </p:nvCxnSpPr>
        <p:spPr>
          <a:xfrm>
            <a:off x="8366266" y="777377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7C39949D-882F-67AD-1114-7C4A8A282F1C}"/>
              </a:ext>
            </a:extLst>
          </p:cNvPr>
          <p:cNvSpPr txBox="1">
            <a:spLocks noChangeArrowheads="1"/>
          </p:cNvSpPr>
          <p:nvPr/>
        </p:nvSpPr>
        <p:spPr>
          <a:xfrm>
            <a:off x="4499915" y="563013"/>
            <a:ext cx="2232248" cy="535120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Değerler ve Etik Kurallar 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Values</a:t>
            </a: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​​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Ethics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7ED5A095-2DCE-3772-13D8-D70AEDC4C93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732163" y="830573"/>
            <a:ext cx="1574008" cy="1497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ED7F4589-A65E-D2D4-18BD-08D26911279D}"/>
              </a:ext>
            </a:extLst>
          </p:cNvPr>
          <p:cNvSpPr txBox="1">
            <a:spLocks noChangeArrowheads="1"/>
          </p:cNvSpPr>
          <p:nvPr/>
        </p:nvSpPr>
        <p:spPr>
          <a:xfrm>
            <a:off x="7290522" y="2163635"/>
            <a:ext cx="1008111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SWOT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9B701E-F7F2-1301-EA6E-3650EE00C210}"/>
              </a:ext>
            </a:extLst>
          </p:cNvPr>
          <p:cNvCxnSpPr/>
          <p:nvPr/>
        </p:nvCxnSpPr>
        <p:spPr>
          <a:xfrm>
            <a:off x="8375713" y="1995043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9A1FD54C-04C2-CD67-8657-7649E1CCA7D1}"/>
              </a:ext>
            </a:extLst>
          </p:cNvPr>
          <p:cNvCxnSpPr/>
          <p:nvPr/>
        </p:nvCxnSpPr>
        <p:spPr>
          <a:xfrm>
            <a:off x="8366266" y="1386305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E0056B5-39E4-5545-DF6E-2BF43BF091C6}"/>
              </a:ext>
            </a:extLst>
          </p:cNvPr>
          <p:cNvSpPr txBox="1">
            <a:spLocks noChangeArrowheads="1"/>
          </p:cNvSpPr>
          <p:nvPr/>
        </p:nvSpPr>
        <p:spPr>
          <a:xfrm>
            <a:off x="7265824" y="2788383"/>
            <a:ext cx="2080694" cy="610182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Ana Stratejiler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Main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Strategies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6183CCDA-3FC8-9491-9935-EA37C7320913}"/>
              </a:ext>
            </a:extLst>
          </p:cNvPr>
          <p:cNvCxnSpPr/>
          <p:nvPr/>
        </p:nvCxnSpPr>
        <p:spPr>
          <a:xfrm>
            <a:off x="8273935" y="3402338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7877A0C0-59C9-7191-F018-FE4765455E9E}"/>
              </a:ext>
            </a:extLst>
          </p:cNvPr>
          <p:cNvSpPr txBox="1">
            <a:spLocks noChangeArrowheads="1"/>
          </p:cNvSpPr>
          <p:nvPr/>
        </p:nvSpPr>
        <p:spPr>
          <a:xfrm>
            <a:off x="7258286" y="3652207"/>
            <a:ext cx="2080694" cy="610182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Alt Stratejiler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Sub-Strategies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5551FF67-83CD-FF04-0541-0A6B7BE9431C}"/>
              </a:ext>
            </a:extLst>
          </p:cNvPr>
          <p:cNvCxnSpPr/>
          <p:nvPr/>
        </p:nvCxnSpPr>
        <p:spPr>
          <a:xfrm>
            <a:off x="8266397" y="426616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>
            <a:extLst>
              <a:ext uri="{FF2B5EF4-FFF2-40B4-BE49-F238E27FC236}">
                <a16:creationId xmlns:a16="http://schemas.microsoft.com/office/drawing/2014/main" id="{1F8E2D8F-535F-5144-A46B-B095B5E298A9}"/>
              </a:ext>
            </a:extLst>
          </p:cNvPr>
          <p:cNvGrpSpPr/>
          <p:nvPr/>
        </p:nvGrpSpPr>
        <p:grpSpPr>
          <a:xfrm>
            <a:off x="5742744" y="4513875"/>
            <a:ext cx="5126856" cy="715959"/>
            <a:chOff x="1688305" y="4396521"/>
            <a:chExt cx="5126856" cy="715959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71889BFF-FBF5-25BD-C420-4E9A6EDA4D1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8305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Süreçler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E8307044-64E7-9DB6-4420-156A0E2DB8D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2080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Süreçler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5" name="Rectangle 3">
              <a:hlinkClick r:id="" action="ppaction://noaction"/>
              <a:extLst>
                <a:ext uri="{FF2B5EF4-FFF2-40B4-BE49-F238E27FC236}">
                  <a16:creationId xmlns:a16="http://schemas.microsoft.com/office/drawing/2014/main" id="{2C07640B-133A-7C51-077A-5D0E50025C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77714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Süreçler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27" name="Dirsek Bağlayıcısı 46">
              <a:extLst>
                <a:ext uri="{FF2B5EF4-FFF2-40B4-BE49-F238E27FC236}">
                  <a16:creationId xmlns:a16="http://schemas.microsoft.com/office/drawing/2014/main" id="{2A27DC04-6C17-7E70-6B3E-EA25322592CE}"/>
                </a:ext>
              </a:extLst>
            </p:cNvPr>
            <p:cNvCxnSpPr>
              <a:stCxn id="23" idx="2"/>
            </p:cNvCxnSpPr>
            <p:nvPr/>
          </p:nvCxnSpPr>
          <p:spPr>
            <a:xfrm rot="16200000" flipH="1">
              <a:off x="3238600" y="4111823"/>
              <a:ext cx="112599" cy="169010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üz Ok Bağlayıcısı 27">
              <a:extLst>
                <a:ext uri="{FF2B5EF4-FFF2-40B4-BE49-F238E27FC236}">
                  <a16:creationId xmlns:a16="http://schemas.microsoft.com/office/drawing/2014/main" id="{E362271B-1B29-193F-F32F-B62B520F1731}"/>
                </a:ext>
              </a:extLst>
            </p:cNvPr>
            <p:cNvCxnSpPr/>
            <p:nvPr/>
          </p:nvCxnSpPr>
          <p:spPr>
            <a:xfrm>
              <a:off x="4239256" y="4917539"/>
              <a:ext cx="0" cy="1949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rsek Bağlayıcısı 52">
              <a:extLst>
                <a:ext uri="{FF2B5EF4-FFF2-40B4-BE49-F238E27FC236}">
                  <a16:creationId xmlns:a16="http://schemas.microsoft.com/office/drawing/2014/main" id="{299621D7-D313-EFB5-0BA0-8359A1337E37}"/>
                </a:ext>
              </a:extLst>
            </p:cNvPr>
            <p:cNvCxnSpPr>
              <a:stCxn id="24" idx="2"/>
            </p:cNvCxnSpPr>
            <p:nvPr/>
          </p:nvCxnSpPr>
          <p:spPr>
            <a:xfrm rot="5400000">
              <a:off x="5147583" y="4108971"/>
              <a:ext cx="114432" cy="1697645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B154BCBD-992F-47F8-8B44-1F5195DFA4C8}"/>
              </a:ext>
            </a:extLst>
          </p:cNvPr>
          <p:cNvSpPr txBox="1">
            <a:spLocks noChangeArrowheads="1"/>
          </p:cNvSpPr>
          <p:nvPr/>
        </p:nvSpPr>
        <p:spPr>
          <a:xfrm>
            <a:off x="7442628" y="6214485"/>
            <a:ext cx="1727085" cy="504056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Bireysel Hedefler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Individual</a:t>
            </a:r>
            <a:r>
              <a:rPr lang="tr-TR" sz="14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Targets</a:t>
            </a:r>
            <a:endParaRPr lang="tr-TR" sz="16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Düz Ok Bağlayıcısı 30">
            <a:extLst>
              <a:ext uri="{FF2B5EF4-FFF2-40B4-BE49-F238E27FC236}">
                <a16:creationId xmlns:a16="http://schemas.microsoft.com/office/drawing/2014/main" id="{8A9D10D5-64D7-277C-57AE-47C4D52FC397}"/>
              </a:ext>
            </a:extLst>
          </p:cNvPr>
          <p:cNvCxnSpPr/>
          <p:nvPr/>
        </p:nvCxnSpPr>
        <p:spPr>
          <a:xfrm>
            <a:off x="8282062" y="577860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erbest Form 58">
            <a:extLst>
              <a:ext uri="{FF2B5EF4-FFF2-40B4-BE49-F238E27FC236}">
                <a16:creationId xmlns:a16="http://schemas.microsoft.com/office/drawing/2014/main" id="{8692B76C-4774-B933-35D5-5F06CEFE345C}"/>
              </a:ext>
            </a:extLst>
          </p:cNvPr>
          <p:cNvSpPr/>
          <p:nvPr/>
        </p:nvSpPr>
        <p:spPr>
          <a:xfrm>
            <a:off x="5053989" y="2407055"/>
            <a:ext cx="1716626" cy="3193645"/>
          </a:xfrm>
          <a:custGeom>
            <a:avLst/>
            <a:gdLst>
              <a:gd name="connsiteX0" fmla="*/ 2006221 w 2006221"/>
              <a:gd name="connsiteY0" fmla="*/ 3916907 h 3930555"/>
              <a:gd name="connsiteX1" fmla="*/ 0 w 2006221"/>
              <a:gd name="connsiteY1" fmla="*/ 3930555 h 3930555"/>
              <a:gd name="connsiteX2" fmla="*/ 27296 w 2006221"/>
              <a:gd name="connsiteY2" fmla="*/ 13647 h 3930555"/>
              <a:gd name="connsiteX3" fmla="*/ 1856096 w 2006221"/>
              <a:gd name="connsiteY3" fmla="*/ 0 h 3930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6221" h="3930555">
                <a:moveTo>
                  <a:pt x="2006221" y="3916907"/>
                </a:moveTo>
                <a:lnTo>
                  <a:pt x="0" y="3930555"/>
                </a:lnTo>
                <a:lnTo>
                  <a:pt x="27296" y="13647"/>
                </a:lnTo>
                <a:lnTo>
                  <a:pt x="1856096" y="0"/>
                </a:ln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tr-TR">
              <a:solidFill>
                <a:prstClr val="black"/>
              </a:solidFill>
            </a:endParaRPr>
          </a:p>
        </p:txBody>
      </p:sp>
      <p:cxnSp>
        <p:nvCxnSpPr>
          <p:cNvPr id="33" name="Düz Ok Bağlayıcısı 32">
            <a:extLst>
              <a:ext uri="{FF2B5EF4-FFF2-40B4-BE49-F238E27FC236}">
                <a16:creationId xmlns:a16="http://schemas.microsoft.com/office/drawing/2014/main" id="{E738E30C-A246-C205-84B6-7C5B9EB4D467}"/>
              </a:ext>
            </a:extLst>
          </p:cNvPr>
          <p:cNvCxnSpPr>
            <a:cxnSpLocks/>
          </p:cNvCxnSpPr>
          <p:nvPr/>
        </p:nvCxnSpPr>
        <p:spPr>
          <a:xfrm flipH="1">
            <a:off x="5053988" y="4765902"/>
            <a:ext cx="6887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E9B12DEC-0F98-A58D-B735-20A03232DE87}"/>
              </a:ext>
            </a:extLst>
          </p:cNvPr>
          <p:cNvSpPr txBox="1">
            <a:spLocks noChangeArrowheads="1"/>
          </p:cNvSpPr>
          <p:nvPr/>
        </p:nvSpPr>
        <p:spPr>
          <a:xfrm>
            <a:off x="7142131" y="1589478"/>
            <a:ext cx="2448270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EKOSİSTEM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Ecosystem</a:t>
            </a:r>
            <a:endParaRPr lang="tr-TR" sz="16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2316F081-EDE5-7DB2-1284-809AE35CF26C}"/>
              </a:ext>
            </a:extLst>
          </p:cNvPr>
          <p:cNvSpPr txBox="1">
            <a:spLocks noChangeArrowheads="1"/>
          </p:cNvSpPr>
          <p:nvPr/>
        </p:nvSpPr>
        <p:spPr>
          <a:xfrm>
            <a:off x="10000369" y="509817"/>
            <a:ext cx="1680617" cy="535120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Kalite Politikası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/>
              <a:t>Quality</a:t>
            </a:r>
            <a:r>
              <a:rPr lang="tr-TR" sz="1600" dirty="0"/>
              <a:t> </a:t>
            </a:r>
            <a:r>
              <a:rPr lang="tr-TR" sz="1600" dirty="0" err="1"/>
              <a:t>Policy</a:t>
            </a:r>
            <a:r>
              <a:rPr lang="tr-TR" sz="1600" dirty="0"/>
              <a:t> </a:t>
            </a:r>
            <a:endParaRPr lang="tr-TR" sz="12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2FDE5DBF-54A8-6834-7A45-DC64207185A9}"/>
              </a:ext>
            </a:extLst>
          </p:cNvPr>
          <p:cNvSpPr txBox="1">
            <a:spLocks noChangeArrowheads="1"/>
          </p:cNvSpPr>
          <p:nvPr/>
        </p:nvSpPr>
        <p:spPr>
          <a:xfrm>
            <a:off x="8447903" y="2173163"/>
            <a:ext cx="1008111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PESTLE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1" name="Düz Ok Bağlayıcısı 40">
            <a:extLst>
              <a:ext uri="{FF2B5EF4-FFF2-40B4-BE49-F238E27FC236}">
                <a16:creationId xmlns:a16="http://schemas.microsoft.com/office/drawing/2014/main" id="{FD5FB136-F2AC-1CD2-FEEB-1462D18B8756}"/>
              </a:ext>
            </a:extLst>
          </p:cNvPr>
          <p:cNvCxnSpPr>
            <a:cxnSpLocks/>
          </p:cNvCxnSpPr>
          <p:nvPr/>
        </p:nvCxnSpPr>
        <p:spPr>
          <a:xfrm>
            <a:off x="8417950" y="836967"/>
            <a:ext cx="1574008" cy="1497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Düz Ok Bağlayıcısı 43">
            <a:extLst>
              <a:ext uri="{FF2B5EF4-FFF2-40B4-BE49-F238E27FC236}">
                <a16:creationId xmlns:a16="http://schemas.microsoft.com/office/drawing/2014/main" id="{7D67CBCC-3E9D-4E19-35A4-29E6AED9D887}"/>
              </a:ext>
            </a:extLst>
          </p:cNvPr>
          <p:cNvCxnSpPr>
            <a:cxnSpLocks/>
          </p:cNvCxnSpPr>
          <p:nvPr/>
        </p:nvCxnSpPr>
        <p:spPr>
          <a:xfrm>
            <a:off x="8366266" y="259344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>
            <a:extLst>
              <a:ext uri="{FF2B5EF4-FFF2-40B4-BE49-F238E27FC236}">
                <a16:creationId xmlns:a16="http://schemas.microsoft.com/office/drawing/2014/main" id="{7EC06B48-1CB2-C37D-E8C9-7C8A69D1A0A0}"/>
              </a:ext>
            </a:extLst>
          </p:cNvPr>
          <p:cNvGrpSpPr/>
          <p:nvPr/>
        </p:nvGrpSpPr>
        <p:grpSpPr>
          <a:xfrm>
            <a:off x="5833879" y="5239083"/>
            <a:ext cx="2519910" cy="788344"/>
            <a:chOff x="1719346" y="4396521"/>
            <a:chExt cx="2519910" cy="788344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B4E2070F-FD51-5E0F-CDE9-3B1B0AE2C13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719346" y="4396521"/>
              <a:ext cx="1492040" cy="788344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 Performans Göstergeleri</a:t>
              </a:r>
            </a:p>
          </p:txBody>
        </p:sp>
        <p:cxnSp>
          <p:nvCxnSpPr>
            <p:cNvPr id="20" name="Düz Ok Bağlayıcısı 19">
              <a:extLst>
                <a:ext uri="{FF2B5EF4-FFF2-40B4-BE49-F238E27FC236}">
                  <a16:creationId xmlns:a16="http://schemas.microsoft.com/office/drawing/2014/main" id="{BB42D4E8-DDA3-6406-80F0-B9A64BD3552A}"/>
                </a:ext>
              </a:extLst>
            </p:cNvPr>
            <p:cNvCxnSpPr/>
            <p:nvPr/>
          </p:nvCxnSpPr>
          <p:spPr>
            <a:xfrm>
              <a:off x="4239256" y="4917539"/>
              <a:ext cx="0" cy="1949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">
            <a:extLst>
              <a:ext uri="{FF2B5EF4-FFF2-40B4-BE49-F238E27FC236}">
                <a16:creationId xmlns:a16="http://schemas.microsoft.com/office/drawing/2014/main" id="{52C8B23E-8AF3-9FF3-D309-F612895FB712}"/>
              </a:ext>
            </a:extLst>
          </p:cNvPr>
          <p:cNvSpPr txBox="1">
            <a:spLocks noChangeArrowheads="1"/>
          </p:cNvSpPr>
          <p:nvPr/>
        </p:nvSpPr>
        <p:spPr>
          <a:xfrm>
            <a:off x="7584849" y="5246796"/>
            <a:ext cx="1492040" cy="788344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Süreç Performans Göstergeleri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04EFBFC4-6591-E1CD-8E08-3885477DC271}"/>
              </a:ext>
            </a:extLst>
          </p:cNvPr>
          <p:cNvSpPr txBox="1">
            <a:spLocks noChangeArrowheads="1"/>
          </p:cNvSpPr>
          <p:nvPr/>
        </p:nvSpPr>
        <p:spPr>
          <a:xfrm>
            <a:off x="9292264" y="5246796"/>
            <a:ext cx="1492040" cy="788344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Süreç Performans Göstergeleri</a:t>
            </a:r>
          </a:p>
        </p:txBody>
      </p:sp>
      <p:cxnSp>
        <p:nvCxnSpPr>
          <p:cNvPr id="38" name="Düz Ok Bağlayıcısı 37">
            <a:extLst>
              <a:ext uri="{FF2B5EF4-FFF2-40B4-BE49-F238E27FC236}">
                <a16:creationId xmlns:a16="http://schemas.microsoft.com/office/drawing/2014/main" id="{67D02DDF-3F33-4051-EA42-D20C80C235DB}"/>
              </a:ext>
            </a:extLst>
          </p:cNvPr>
          <p:cNvCxnSpPr/>
          <p:nvPr/>
        </p:nvCxnSpPr>
        <p:spPr>
          <a:xfrm>
            <a:off x="8317292" y="6035140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>
            <a:extLst>
              <a:ext uri="{FF2B5EF4-FFF2-40B4-BE49-F238E27FC236}">
                <a16:creationId xmlns:a16="http://schemas.microsoft.com/office/drawing/2014/main" id="{4744CB79-0BD0-36CA-5507-E7DCACCC5755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732163" y="5961141"/>
            <a:ext cx="710465" cy="5053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Ok Bağlayıcısı 44">
            <a:extLst>
              <a:ext uri="{FF2B5EF4-FFF2-40B4-BE49-F238E27FC236}">
                <a16:creationId xmlns:a16="http://schemas.microsoft.com/office/drawing/2014/main" id="{A6DDCD6E-92BD-1E3D-FEA4-796863CFCA62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9169713" y="6074852"/>
            <a:ext cx="820195" cy="3916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2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2" grpId="0" animBg="1"/>
      <p:bldP spid="14" grpId="0" animBg="1"/>
      <p:bldP spid="30" grpId="0" animBg="1"/>
      <p:bldP spid="32" grpId="0" animBg="1"/>
      <p:bldP spid="35" grpId="0" animBg="1"/>
      <p:bldP spid="39" grpId="0" animBg="1"/>
      <p:bldP spid="43" grpId="0" animBg="1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</Words>
  <Application>Microsoft Office PowerPoint</Application>
  <PresentationFormat>Geniş ekran</PresentationFormat>
  <Paragraphs>25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KalDer Eskişehir</dc:creator>
  <cp:lastModifiedBy>KalDer Eskişehir</cp:lastModifiedBy>
  <cp:revision>2</cp:revision>
  <dcterms:created xsi:type="dcterms:W3CDTF">2025-12-08T13:58:59Z</dcterms:created>
  <dcterms:modified xsi:type="dcterms:W3CDTF">2026-01-04T09:07:58Z</dcterms:modified>
</cp:coreProperties>
</file>