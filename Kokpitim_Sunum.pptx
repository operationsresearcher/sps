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5303520"/>
            <a:ext cx="2587752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5303520"/>
            <a:ext cx="54864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KOKPİTİM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5029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8BDF8"/>
                </a:solidFill>
                <a:latin typeface="Calibri"/>
              </a:rPr>
              <a:t>Kurumsal Performans Yönetim Platformu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Strateji → Süreç → KPI → Bireysel Performans
Tek Entegre Platformda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Versiyon 2.0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5440680"/>
            <a:ext cx="228600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5440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  %98 Tamamlandı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 Tanımı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566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HEDEF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Türkiye pazarına özel çok kiracılı
(multi-tenant) SaaS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5661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Calibri"/>
              </a:rPr>
              <a:t>FARK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Strateji→Süreç→KPI→Bireysel zinciri
entegre — rakipler ayrı modülle çözüyor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5661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DURUM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874519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900 / 920 saat efor
%98 tamamlandı — Production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Kullanıcı Rolleri: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25603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5196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25603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425196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Tenant 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251960"/>
            <a:ext cx="25603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425196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59" y="4251960"/>
            <a:ext cx="25603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59" y="425196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19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Çalışma Portu: 5001  |  Multi-tenant mimari  |  Python 3.11 / Flask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Teknoloji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Python 3.11 + Flask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SQLAlchemy 2.0 (ORM)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151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Flask-Migrate / Alembic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Flask-Login (Auth)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Flask-SocketIO 5.3 + Eventlet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59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Celery 5 +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Marshmallow 3 (Serialization)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PyJWT 2.8 (JWT)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28016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280160"/>
            <a:ext cx="36576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Calibr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20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Vue.js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2677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Alpine.js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151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Chart.js 4.4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62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SweetAlert2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3101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Tailwind CSS (CDN)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65759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Service Worker (PWA)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0050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Web Push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352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IndexedDB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28016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Altyapı &amp; DevOps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920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PostgreSQL 15+ (üretim)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2677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SQLite (geliştirme)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6151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Redis 7 (cache/broker)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962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Sentry (hata takip)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3101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pytest +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65759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Flask-Limiter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050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Flask-Caching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352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• scikit-learn (ML)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Mimari Yapı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Uygulama Akışı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app.py  →  create_app()  →  config.py  →  extensions init  →  blueprints register  →  app.run(5001)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Micro Modüller  (~113 route)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Modül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163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163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Açıklama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1247120" cy="338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54680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54680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Kullanıcı, tenant, paket yönetimi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93008"/>
            <a:ext cx="1124712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9300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surec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493008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493008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Süreç yönetimi, KPI takibi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31336"/>
            <a:ext cx="11247120" cy="338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3133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831336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831336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REST API (Swagger UI)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9664"/>
            <a:ext cx="1124712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6966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sp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16966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169664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Stratejik Planlama, SWOT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07992"/>
            <a:ext cx="11247120" cy="338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0799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bireysel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507992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507992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Bireysel performans, karne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1124712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proje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846320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846320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Proje &amp; görev yönetimi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84648"/>
            <a:ext cx="11247120" cy="338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8464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analiz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184648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5184648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Kurum analiz merkezi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22976"/>
            <a:ext cx="1124712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2297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shared/auth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522976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5522976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Profil, login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61304"/>
            <a:ext cx="11247120" cy="338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86130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kurum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586130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5861304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Kurum yönetimi, strateji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199632"/>
            <a:ext cx="1124712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19963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  <a:latin typeface="Calibri"/>
              </a:rPr>
              <a:t>k_radar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6199632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6199632"/>
            <a:ext cx="8229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K-Radar performans analizi (YENİ)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Performans İyileştirmeleri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Metrik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261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Öncesi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61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Sonrası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261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İyileşme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112471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73152" cy="5120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645920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Güvenlik Skoru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A+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+3 Seviye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57984"/>
            <a:ext cx="1124712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157984"/>
            <a:ext cx="73152" cy="5120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157984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Yanıt Süresi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57984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~500ms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57984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~100ms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57984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%80 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70048"/>
            <a:ext cx="112471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70048"/>
            <a:ext cx="73152" cy="5120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670048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DB Sorgu Sayısı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67004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301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7004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70048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%98.7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82112"/>
            <a:ext cx="1124712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182112"/>
            <a:ext cx="73152" cy="5120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182112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Mobil Skoru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18211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40/100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182112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95/100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18211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+137%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94176"/>
            <a:ext cx="112471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694176"/>
            <a:ext cx="73152" cy="5120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694176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PWA Skoru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694176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0/100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694176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90/100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694176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+90 puan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06240"/>
            <a:ext cx="1124712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206240"/>
            <a:ext cx="73152" cy="5120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206240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20624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206240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%50+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206240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+50 puan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18304"/>
            <a:ext cx="11247120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718304"/>
            <a:ext cx="73152" cy="5120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718304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API Endpoint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718304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4718304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25+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718304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230368"/>
            <a:ext cx="11247120" cy="512064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230368"/>
            <a:ext cx="73152" cy="5120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230368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ML Özellikleri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23036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Calibri"/>
              </a:rPr>
              <a:t>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230368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230368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Tamamlanan Özellikler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7432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Güvenlik &amp; Stabilite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Security headers (HSTS, CSP)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Rate limiting (Flask-Limiter)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Error tracking (Sentry)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Input validation (Marshmallow)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Audit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57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Unit test %50+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280160"/>
            <a:ext cx="27432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280160"/>
            <a:ext cx="27432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Analitik &amp; Raporlama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Trend analizi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Sağlık skoru hesaplama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Karşılaştırma analizi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Anomali tespiti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Tahminleme (ML tabanlı)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657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Dashboard builder + Excel 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280160"/>
            <a:ext cx="27432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28016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API &amp; Entegrasyon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RESTful API v1 (25+ endpoint)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Swagger / OpenAPI dokümantasyonu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OAuth2 kimlik doğrulama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JWT token yönetimi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API key sistemi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657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Webhook sistemi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280160"/>
            <a:ext cx="27432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280160"/>
            <a:ext cx="27432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  <a:latin typeface="Calibri"/>
              </a:rPr>
              <a:t>Mobil &amp; PWA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Progressive Web App (PWA)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Service Worker + Offline mod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Web Push bildirimleri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Mobil-first responsive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Background sync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3657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✓  Install 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K-Radar  —  Yeni Analiz Motoru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K-Radar Nedir?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K-Radar, Kokpitim'in kurumsal performans
değerlendirme motoru olarak tasarlanmış,
çok boyutlu analiz altyapısıdır.
Domain tabanlı ağırlıklı skorlama ile
kurum sağlığını tek ekranda gösterir.
ML tabanlı öneri motoru ve K-Vektör
entegrasyonu ile karar destek sağlar.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566928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56692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Calibri"/>
              </a:rPr>
              <a:t>Temel Yetenekler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3949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64008" cy="6217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47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Domain Tabanlı Skor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402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Ağırlıklı puan hesabı, kurum odaklı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606040"/>
            <a:ext cx="53949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606040"/>
            <a:ext cx="64008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33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K-Vektör Entegrasyonu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Çok boyutlu kurumsal vektör analizi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91840"/>
            <a:ext cx="53949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91840"/>
            <a:ext cx="64008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319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Öneri Aksiyonları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118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ML bazlı aksiyon önerileri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77639"/>
            <a:ext cx="53949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977639"/>
            <a:ext cx="64008" cy="6217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0050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Radar Görsel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29767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Radar chart + ısı haritası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663440"/>
            <a:ext cx="53949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663440"/>
            <a:ext cx="64008" cy="6217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690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Scheduler Servisi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7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Otomatik periyodik hesaplama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349240"/>
            <a:ext cx="53949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5349240"/>
            <a:ext cx="64008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376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PDF / Excel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66927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Raporlama ve dışa aktarım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Sprint Özeti &amp; Yol Haritası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850392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61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Konu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18488"/>
            <a:ext cx="8503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184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184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Quick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184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20 saat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184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75688"/>
            <a:ext cx="8503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75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1-2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756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Frontend Modernizasyon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120 saat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2888"/>
            <a:ext cx="8503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328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3-4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532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Performans Optimizasyonu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32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80 saat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32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90088"/>
            <a:ext cx="8503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900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5-6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900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Güvenlik &amp; Stabilite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100 saat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900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47288"/>
            <a:ext cx="8503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472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7-9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472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Real-Time &amp; Bildirimler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472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150 saat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4472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04487"/>
            <a:ext cx="8503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904487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10-12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904487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Analitik &amp; Raporlama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0448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180 saat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90448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61688"/>
            <a:ext cx="8503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361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13-15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616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API &amp; Entegrasyonlar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361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160 saat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361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818888"/>
            <a:ext cx="8503920" cy="457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8188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16-18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18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 &amp; Otomasyon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818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200 saat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8188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276088"/>
            <a:ext cx="85039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2760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Sprint 19-21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2760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Mobil &amp; PWA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2760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BD5E1"/>
                </a:solidFill>
                <a:latin typeface="Calibri"/>
              </a:rPr>
              <a:t>180 saat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52760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  <a:latin typeface="Calibri"/>
              </a:rPr>
              <a:t>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1234440"/>
            <a:ext cx="283464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1234440"/>
            <a:ext cx="283464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1325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Kalan Görevler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17830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React Native App (opsiyonel)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21671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HTTPS sertifikası (prod)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25511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Redis Cluster kurulumu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29352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Load balancer yapılandırma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33192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CI/CD pipeline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37033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Monitoring &amp; alerting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40873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Backup stratejisi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447141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◦  PDF export gerçek impl.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0807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BDF8"/>
                </a:solidFill>
                <a:latin typeface="Calibri"/>
              </a:rPr>
              <a:t>Toplam Efor:  900 / 920 saat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1371600"/>
            <a:ext cx="3840480" cy="3840480"/>
          </a:xfrm>
          <a:prstGeom prst="ellipse">
            <a:avLst/>
          </a:prstGeom>
          <a:solidFill>
            <a:srgbClr val="1A2E2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Özet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1323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223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64008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2801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Çok kiracılı SaaS, entegre strateji-süreç-KPI-bireysel zinciri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7223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84248"/>
            <a:ext cx="64008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Teknik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029967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Python/Flask + Vue.js + PostgreSQL + Redis + Celery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7223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34056"/>
            <a:ext cx="64008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7977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Performans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77977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%80 yanıt süresi iyileşmesi, %98.7 daha az DB sorgusu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83863"/>
            <a:ext cx="7223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83863"/>
            <a:ext cx="64008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2958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Calibri"/>
              </a:rPr>
              <a:t>Güvenlik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529583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Security headers, rate limiting, audit logging, Sentry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33672"/>
            <a:ext cx="7223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AI &amp;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27939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Anomali tespiti, tahminleme, akıllı öneri motoru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7223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64008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029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Yeni Özellik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029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K-Radar: çok boyutlu kurumsal performans analiz motoru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4D399"/>
                </a:solidFill>
                <a:latin typeface="Calibri"/>
              </a:rPr>
              <a:t>%98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11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Tamamlandı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Production Ready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453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Kokpitim  v2.0  |  2026  |  Flask + Vue.js + PostgreSQL + Redis  | 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